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7CDB3-87B0-E89B-EAC2-513BC75C2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06CEA8-1244-D125-91C1-30190C380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502A45-5F8A-2C29-6B6C-40C469B0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78AA48-925A-FB9E-43F4-28726581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825103-408A-C454-764C-4F42F18B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399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E9A79-7E92-CA9B-699E-28B691DCC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A017D1-5D70-163E-981F-97DDDF14F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12F9EA-5E72-4BB0-68C9-D02CB325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9F1FA7-D29B-0A12-F51B-C55F746DB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D40A2-116D-7644-AFE7-15E0E862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1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42CDB-512A-6742-83D9-8FCB027D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26D157-56B7-69E6-C4A7-0B5FE04E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944164-32C3-63A5-15C2-6982E097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AE23D4-A740-78C3-EF70-E9B57618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0FD1E6-C43E-CBAA-4B2E-68E95A13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89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8A069-BA0B-BE22-3913-5B97BF5D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13FE03-16CD-B562-83AA-A397D1653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8055F8-CFAC-BCA4-D9BB-9373388D5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7D6847-67C3-F290-49A7-3B7A72D3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4369FB-4E30-28AB-46E4-D84348B9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34682C-273A-8148-14A9-7C283941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8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4F4AF-225D-7BF6-E3B3-9D73EE1C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E7BC09-D9E6-B2CA-4A31-5CA1FA5A2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A147FF-21D5-00CA-0CCD-4B87BDB1F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98F6C20-1E3A-DECC-C436-BD108B196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9775A06-84A1-F0CE-1067-AFCA1FB8B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62A5AB3-D32A-A933-2A68-BFAAAAEF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66E693-30FD-98BC-FD77-725EA830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EE311A-7EBA-ECFC-4AC4-039A8D8B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26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26B63-A4F1-7E8F-63BD-BB2CA38D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56239A-7221-D1EF-364C-945B5839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50D816-204F-A738-B3B2-12E1FEBA5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007317F-7AC0-923A-5795-0318FAB68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50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9A0EF6-88AC-C1A8-3B0C-8D30E35A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EDCD84-C11B-A37A-103E-F0B64A8C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561252-408E-0884-EA40-0D515170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727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A980A-BFEA-18F1-BC6A-2BDF4F6B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79ECB2-3980-2516-245C-F17D11FDE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50CE3E-111D-70A9-85C9-6783CB905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89B3BD-D82F-E4F3-0B4A-4803977B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411BAD-40E3-155C-EAED-8F76ED8E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1017A6-1037-7939-6882-67CF333E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82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FE239-B834-4AE6-4F8F-3CDE4257C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43C221D-D183-9AD4-75A7-8150521EB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4EEF67-6132-48B7-A1A9-221B46F24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5DDD3D-CD57-3EE0-3B00-943B3A55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868851-C412-91F8-BDE4-422192F3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3633CB-6700-8CB6-1E34-D2C59CCD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032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02A39-FB2F-6CC0-D9A0-248B0719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CEFD22-B30F-4734-818C-62BF5BEBA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B92E86-4F4A-5DC8-9B78-ACF9CF22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DC947-E860-438F-90EC-EE0B86C4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EE5C66-78D4-25B3-B8B0-E2F22BE3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74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3C1447-865F-4B18-274B-91A03A976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8B78AD-820F-926D-1307-5F5793690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0318AE-FE39-4598-FA83-3A66FE8E2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458196-CF89-12EA-FA0B-53102FC20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ACACAC-DECD-F33E-6EEE-6B1DFDC75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67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13D2A19-D53E-DB3B-C67C-433F5A89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42431-9FD7-FE2A-9F21-4E19C3018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31FCA2-7C17-5D4C-B93F-D7D785EE2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09F97-9898-4B8B-BB97-A260480763EC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090B0-B372-7262-C522-EADC795EE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715CE7-D36E-97A8-A478-23E0BA567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9BF2D-BAB7-4BE2-A216-F931C7226D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275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3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4CB6F2-BB0D-419B-A990-9F6C0010B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48" y="891852"/>
            <a:ext cx="5019074" cy="3204134"/>
          </a:xfrm>
        </p:spPr>
        <p:txBody>
          <a:bodyPr anchor="b">
            <a:normAutofit/>
          </a:bodyPr>
          <a:lstStyle/>
          <a:p>
            <a:pPr algn="l"/>
            <a:r>
              <a:rPr lang="pt-BR" sz="4600" dirty="0"/>
              <a:t>Tema: Identificação de residências em imagens de satélite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A69A75-CA87-82D5-9EA6-D3612C6A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124" y="4638311"/>
            <a:ext cx="5013698" cy="1208141"/>
          </a:xfrm>
        </p:spPr>
        <p:txBody>
          <a:bodyPr>
            <a:normAutofit/>
          </a:bodyPr>
          <a:lstStyle/>
          <a:p>
            <a:pPr algn="l"/>
            <a:r>
              <a:rPr lang="pt-BR" sz="2800" dirty="0"/>
              <a:t>João Geiger Piza</a:t>
            </a:r>
          </a:p>
          <a:p>
            <a:pPr algn="l"/>
            <a:r>
              <a:rPr lang="pt-BR" sz="2800" dirty="0"/>
              <a:t>Ruan Pablo Lima Coelho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4552CAB-B1B7-A4E8-F588-32594343E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901" y="3501322"/>
            <a:ext cx="2743200" cy="2743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CAA2F0-E57F-1EBA-AA23-CB7DADD3C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901" y="685799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2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67371-A7BE-8C1C-9390-8DA93B762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89" y="385222"/>
            <a:ext cx="5181600" cy="1325563"/>
          </a:xfrm>
        </p:spPr>
        <p:txBody>
          <a:bodyPr/>
          <a:lstStyle/>
          <a:p>
            <a:r>
              <a:rPr lang="pt-BR" dirty="0"/>
              <a:t>Por que?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B5BBF6-FBBA-A037-A6B5-4F08F49248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Densidade populacional;</a:t>
            </a:r>
          </a:p>
          <a:p>
            <a:r>
              <a:rPr lang="pt-BR" dirty="0"/>
              <a:t>Identificação de invasão de áreas protegidas;</a:t>
            </a:r>
          </a:p>
          <a:p>
            <a:r>
              <a:rPr lang="pt-BR" dirty="0"/>
              <a:t>Acompanhar crescimento urbano;</a:t>
            </a:r>
          </a:p>
          <a:p>
            <a:r>
              <a:rPr lang="pt-BR" dirty="0"/>
              <a:t>Avaliação de danos pós-desastre;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282B37-6218-FCF9-D250-F361E1F720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Redes neurais completamente convolucionais (</a:t>
            </a:r>
            <a:r>
              <a:rPr lang="pt-BR" dirty="0" err="1"/>
              <a:t>UNet,SegNet</a:t>
            </a:r>
            <a:r>
              <a:rPr lang="pt-BR" dirty="0"/>
              <a:t>);</a:t>
            </a:r>
          </a:p>
          <a:p>
            <a:r>
              <a:rPr lang="pt-BR" dirty="0" err="1"/>
              <a:t>Dataset</a:t>
            </a:r>
            <a:r>
              <a:rPr lang="pt-BR" dirty="0"/>
              <a:t>: </a:t>
            </a:r>
            <a:r>
              <a:rPr lang="pt-BR" dirty="0" err="1"/>
              <a:t>Inria</a:t>
            </a:r>
            <a:r>
              <a:rPr lang="pt-BR" dirty="0"/>
              <a:t> </a:t>
            </a:r>
            <a:r>
              <a:rPr lang="pt-BR" dirty="0" err="1"/>
              <a:t>Aerial</a:t>
            </a:r>
            <a:r>
              <a:rPr lang="pt-BR" dirty="0"/>
              <a:t> </a:t>
            </a:r>
            <a:r>
              <a:rPr lang="pt-BR" dirty="0" err="1"/>
              <a:t>Image</a:t>
            </a:r>
            <a:r>
              <a:rPr lang="pt-BR" dirty="0"/>
              <a:t> </a:t>
            </a:r>
            <a:r>
              <a:rPr lang="pt-BR" dirty="0" err="1"/>
              <a:t>Labeling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(20GB de dados);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78795BE-5B01-B05C-41CE-85759F9A831B}"/>
              </a:ext>
            </a:extLst>
          </p:cNvPr>
          <p:cNvSpPr txBox="1">
            <a:spLocks/>
          </p:cNvSpPr>
          <p:nvPr/>
        </p:nvSpPr>
        <p:spPr>
          <a:xfrm>
            <a:off x="6172200" y="385222"/>
            <a:ext cx="5181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Como?</a:t>
            </a:r>
          </a:p>
        </p:txBody>
      </p:sp>
      <p:pic>
        <p:nvPicPr>
          <p:cNvPr id="6" name="Imagem 5" descr="U-Net Architecture Explained - GeeksforGeeks">
            <a:extLst>
              <a:ext uri="{FF2B5EF4-FFF2-40B4-BE49-F238E27FC236}">
                <a16:creationId xmlns:a16="http://schemas.microsoft.com/office/drawing/2014/main" id="{7884E742-A25C-3895-F478-B5A3D73A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279" y="4137082"/>
            <a:ext cx="4309442" cy="215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2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61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Tema do Office</vt:lpstr>
      <vt:lpstr>Tema: Identificação de residências em imagens de satélite</vt:lpstr>
      <vt:lpstr>Por que?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Geiger Piza</dc:creator>
  <cp:lastModifiedBy>Joao Geiger Piza</cp:lastModifiedBy>
  <cp:revision>1</cp:revision>
  <dcterms:created xsi:type="dcterms:W3CDTF">2026-09-20T20:30:36Z</dcterms:created>
  <dcterms:modified xsi:type="dcterms:W3CDTF">2026-09-20T21:26:10Z</dcterms:modified>
</cp:coreProperties>
</file>