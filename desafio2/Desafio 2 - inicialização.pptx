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0C2F2B-0F99-D6DF-2213-F192FD2C3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CFB6A9-DED7-90AA-4594-025F921C5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A62418-97D8-2BF2-3584-029F28346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EA74-7EA6-4702-B26F-EA2CADFEA913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B06749-B400-83C0-EC88-564ADC12F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9C9A10-E1B7-FAC3-07D6-B774C8C8C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B739-0F07-4086-9BDF-8C2C8D73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3055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AC263-8FF5-B1B6-D8BD-6B5C94570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A783CA-72E0-6273-84EE-9F9BA5ADA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09848F-A8BA-D7DB-91C7-D4B09AB4E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EA74-7EA6-4702-B26F-EA2CADFEA913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DCCB1A-A725-891F-06C6-36B6E24D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C0CB0B-0FC5-63B8-BAD9-B826D7BD9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B739-0F07-4086-9BDF-8C2C8D73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7850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6E5223-4F48-5085-58B6-8A6324315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299F0A-0AA6-2FD2-45C3-D8447EC7B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23E5AB-0EC4-0524-A44C-F65939ED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EA74-7EA6-4702-B26F-EA2CADFEA913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DE8806-9633-1D56-C75F-68573F7E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9AB0BC-8A29-4D23-170B-294F196C6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B739-0F07-4086-9BDF-8C2C8D73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3631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61D87-B8C7-50DE-AB21-812C2E5DE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254542-484F-A5DA-80AE-41B0056CB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80AE81-752C-A7BF-9284-99ADCED3B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08451F-F0F7-1AD8-1934-0BE4958E2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EA74-7EA6-4702-B26F-EA2CADFEA913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19609E-5B12-3CF3-85EA-6E45757ED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9950E4-6841-842E-AAFA-88A870391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B739-0F07-4086-9BDF-8C2C8D73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04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4BDC1-8E15-5C43-A773-A91FE4508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35AD89-AD0B-FD74-1635-472AC5646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538175-62E5-FD25-51A2-196903D25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BF5A713-7C58-E2FC-452A-78A85088A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CFBE87A-74D3-1C0F-4836-0C68BDF52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2D96C85-8266-BE79-B256-D000BA160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EA74-7EA6-4702-B26F-EA2CADFEA913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E16AED9-0DEF-BD2C-2053-6567806BE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721D2C0-4877-ECB2-40F1-15F50BFEF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B739-0F07-4086-9BDF-8C2C8D73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0249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B97EB-4F98-664B-CAC3-8FF9B630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C9B7B5A-EF57-511C-2CD4-0C3CF0227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EA74-7EA6-4702-B26F-EA2CADFEA913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AA8B112-64F5-F512-B82A-402442AFC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0B3FD05-DE93-5A0B-3310-9D4D599A9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B739-0F07-4086-9BDF-8C2C8D73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0909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6D21A24-976B-E5C0-BE51-D2CB099F4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EA74-7EA6-4702-B26F-EA2CADFEA913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F99FDA8-1336-83E7-44E5-A3A42265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C2E121-172B-729C-9488-3D84B7E3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B739-0F07-4086-9BDF-8C2C8D73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935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FEEC6-A8E2-DF0D-A479-4D16AF4B7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B4DA5-5D3F-A890-3241-569CBDB0B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E263BBA-1B2C-DFAD-14B0-49F2EED44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70B674-6877-A4A6-325E-7061FE7F6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EA74-7EA6-4702-B26F-EA2CADFEA913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A6DDCD-A4FB-2B73-2A72-BFBD2C700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A1A9FD-0B7A-ABDD-02AF-B1BC43C96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B739-0F07-4086-9BDF-8C2C8D73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1584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40217E-0747-834C-CAD3-5425D3ADE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15A0CE2-E14F-58AF-D187-CB7EBC0EC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C17A9D-086E-31FE-0DF7-F6DC76C57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570A49-4D02-000B-25F8-C55F0181E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EA74-7EA6-4702-B26F-EA2CADFEA913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B1A358-987D-BA48-EC29-266AF3F6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D5EA96-6A12-035B-BBD2-1BA434E2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B739-0F07-4086-9BDF-8C2C8D73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2637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887D0-688E-1D41-5780-DC94408B3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16AD516-4372-66E7-1CB1-D16B01D18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3AF725-2464-F6C8-6C41-3604FE92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EA74-7EA6-4702-B26F-EA2CADFEA913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F72247-D841-2703-3AC8-1B9634C4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36C3CF-AF9C-E20D-3EAD-B8B4B3C2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B739-0F07-4086-9BDF-8C2C8D73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374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33F4B3-33C3-18FA-242B-F83B2503A6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36FEAC3-9A63-A80F-CEA4-4D266B652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F1703E-5849-61ED-46C5-889BD51A1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AEA74-7EA6-4702-B26F-EA2CADFEA913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52E978-4C73-6C82-0159-B3D31B133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9DAFF1-DBC0-5B06-A634-CD4BE250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B739-0F07-4086-9BDF-8C2C8D73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2876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C18D85A-8DB6-AE51-C4A8-4CDF76419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CFC5ED-79C4-26C4-61FB-1524BF76B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6D3449-5CA8-D4C1-A3B2-4E600BECC3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DAEA74-7EA6-4702-B26F-EA2CADFEA913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CE3C79-5823-7544-E151-74DDD70B6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586E4D-A026-852C-B6EE-0AEE1D77E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CB739-0F07-4086-9BDF-8C2C8D7352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0357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44A95A-05BF-9281-41E7-44997852AF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Desafio 2 - inicialização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B30198-D088-C310-1AEA-078169339C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Ruan Pablo Lima Coelho</a:t>
            </a:r>
          </a:p>
          <a:p>
            <a:r>
              <a:rPr lang="pt-BR" dirty="0"/>
              <a:t>João Geiger Piza</a:t>
            </a:r>
          </a:p>
        </p:txBody>
      </p:sp>
    </p:spTree>
    <p:extLst>
      <p:ext uri="{BB962C8B-B14F-4D97-AF65-F5344CB8AC3E}">
        <p14:creationId xmlns:p14="http://schemas.microsoft.com/office/powerpoint/2010/main" val="3163647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4C35B-8D59-1C63-1E9B-B8E4C3EB3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foi testado?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75B6BA-19E2-C687-41D0-4E9AEC069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LeakyReLU</a:t>
            </a:r>
            <a:r>
              <a:rPr lang="pt-BR" dirty="0"/>
              <a:t> com diversos valores para o </a:t>
            </a:r>
            <a:r>
              <a:rPr lang="pt-BR" dirty="0" err="1"/>
              <a:t>negative_slope</a:t>
            </a:r>
            <a:r>
              <a:rPr lang="pt-BR" dirty="0"/>
              <a:t>;</a:t>
            </a:r>
          </a:p>
          <a:p>
            <a:r>
              <a:rPr lang="pt-BR" dirty="0" err="1"/>
              <a:t>Selu</a:t>
            </a:r>
            <a:r>
              <a:rPr lang="pt-BR" dirty="0"/>
              <a:t> + </a:t>
            </a:r>
            <a:r>
              <a:rPr lang="pt-BR" dirty="0" err="1"/>
              <a:t>LeCun</a:t>
            </a:r>
            <a:r>
              <a:rPr lang="pt-BR" dirty="0"/>
              <a:t>;</a:t>
            </a:r>
          </a:p>
          <a:p>
            <a:r>
              <a:rPr lang="pt-BR" dirty="0" err="1"/>
              <a:t>Gelu</a:t>
            </a:r>
            <a:r>
              <a:rPr lang="pt-BR" dirty="0"/>
              <a:t>;</a:t>
            </a:r>
          </a:p>
          <a:p>
            <a:r>
              <a:rPr lang="pt-BR" dirty="0" err="1"/>
              <a:t>Elu</a:t>
            </a:r>
            <a:r>
              <a:rPr lang="pt-BR" dirty="0"/>
              <a:t>;</a:t>
            </a:r>
          </a:p>
          <a:p>
            <a:r>
              <a:rPr lang="pt-BR" dirty="0"/>
              <a:t>Tangente Hiperbólica;</a:t>
            </a:r>
          </a:p>
          <a:p>
            <a:r>
              <a:rPr lang="pt-BR" dirty="0"/>
              <a:t>Calibração na primeira e na última camada;</a:t>
            </a:r>
          </a:p>
          <a:p>
            <a:r>
              <a:rPr lang="pt-BR" dirty="0"/>
              <a:t>Funções de ganho;</a:t>
            </a:r>
          </a:p>
        </p:txBody>
      </p:sp>
    </p:spTree>
    <p:extLst>
      <p:ext uri="{BB962C8B-B14F-4D97-AF65-F5344CB8AC3E}">
        <p14:creationId xmlns:p14="http://schemas.microsoft.com/office/powerpoint/2010/main" val="3403777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D79AEB-BAF5-02B4-94D5-7D0C2C8AF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 Final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7A2C18-9791-3DA7-5579-D0326BB58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28"/>
            <a:ext cx="10515600" cy="4351338"/>
          </a:xfrm>
        </p:spPr>
        <p:txBody>
          <a:bodyPr/>
          <a:lstStyle/>
          <a:p>
            <a:r>
              <a:rPr lang="pt-BR" dirty="0"/>
              <a:t>Decidimos pela tangente hiperbólica com função de ganho </a:t>
            </a:r>
            <a:r>
              <a:rPr lang="pt-BR" dirty="0" err="1"/>
              <a:t>sqrt</a:t>
            </a:r>
            <a:r>
              <a:rPr lang="pt-BR" dirty="0"/>
              <a:t>(1/2), com desvio por camada calculado pela função vista em sala de aula, já que </a:t>
            </a:r>
            <a:r>
              <a:rPr lang="pt-BR" dirty="0" err="1"/>
              <a:t>fan_in</a:t>
            </a:r>
            <a:r>
              <a:rPr lang="pt-BR" dirty="0"/>
              <a:t> * s^2 = 2.5 para a tangente hiperbólica, logo s = </a:t>
            </a:r>
            <a:r>
              <a:rPr lang="pt-BR" dirty="0" err="1"/>
              <a:t>sqrt</a:t>
            </a:r>
            <a:r>
              <a:rPr lang="pt-BR" dirty="0"/>
              <a:t>(2.5/</a:t>
            </a:r>
            <a:r>
              <a:rPr lang="pt-BR" dirty="0" err="1"/>
              <a:t>fan_in</a:t>
            </a:r>
            <a:r>
              <a:rPr lang="pt-BR" dirty="0"/>
              <a:t>).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E373490-767A-FE15-91E8-5C301202F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65" y="3215976"/>
            <a:ext cx="7487669" cy="313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734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Desafio 2 - inicialização</vt:lpstr>
      <vt:lpstr>O que foi testado?</vt:lpstr>
      <vt:lpstr>Solução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Joao Geiger Piza</dc:creator>
  <cp:lastModifiedBy>Joao Geiger Piza</cp:lastModifiedBy>
  <cp:revision>1</cp:revision>
  <dcterms:created xsi:type="dcterms:W3CDTF">2026-09-25T00:36:05Z</dcterms:created>
  <dcterms:modified xsi:type="dcterms:W3CDTF">2026-09-25T00:37:13Z</dcterms:modified>
</cp:coreProperties>
</file>